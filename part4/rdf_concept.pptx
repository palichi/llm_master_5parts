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RDF (Resource Description Framework) — 핵심 개념 한장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지식을 «주어 — 술어 — 목적어» 트리플(triple)로 표현하는 W3C 표준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760720" cy="2468880"/>
          </a:xfrm>
          <a:prstGeom prst="rect">
            <a:avLst/>
          </a:prstGeom>
          <a:solidFill>
            <a:srgbClr val="F5F7FA"/>
          </a:solidFill>
          <a:ln w="952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① 트리플(Triple) 기본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1463040" cy="7772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Subject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(주어)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583179"/>
            <a:ext cx="457200" cy="0"/>
          </a:xfrm>
          <a:prstGeom prst="bentConnector3">
            <a:avLst/>
          </a:prstGeom>
          <a:ln w="317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97480" y="2194560"/>
            <a:ext cx="1463040" cy="7772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Predicate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(술어 / 관계)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583179"/>
            <a:ext cx="457200" cy="0"/>
          </a:xfrm>
          <a:prstGeom prst="bentConnector3">
            <a:avLst/>
          </a:prstGeom>
          <a:ln w="317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2194560"/>
            <a:ext cx="155448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Object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(목적어 / 값)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예시: 〈 :김의중 〉 ─ :worksAt → 〈 :AIDENTIFY 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모든 사실(fact)은 정확히 3개의 요소로 분해됩니다.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Subject·Predicate는 보통 URI, Object는 URI 또는 Literal(문자/숫자/날짜).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554480"/>
            <a:ext cx="5285232" cy="2468880"/>
          </a:xfrm>
          <a:prstGeom prst="rect">
            <a:avLst/>
          </a:prstGeom>
          <a:solidFill>
            <a:srgbClr val="F5F7FA"/>
          </a:solidFill>
          <a:ln w="952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27632"/>
            <a:ext cx="50109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② 트리플이 모이면 → 지식 그래프(Knowledge Graph)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446020"/>
            <a:ext cx="13716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:김의중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446020"/>
            <a:ext cx="13716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:AIDENTIFY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451860"/>
            <a:ext cx="201168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:한권으로_끝내는_LLM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456432"/>
            <a:ext cx="137160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"Seoul"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2697480"/>
            <a:ext cx="1463040" cy="0"/>
          </a:xfrm>
          <a:prstGeom prst="bentConnector3">
            <a:avLst/>
          </a:prstGeom>
          <a:ln w="22225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66760" y="2532888"/>
            <a:ext cx="1188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:worksAt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2944368"/>
            <a:ext cx="0" cy="512064"/>
          </a:xfrm>
          <a:prstGeom prst="bentConnector3">
            <a:avLst/>
          </a:prstGeom>
          <a:ln w="22225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49440" y="3035808"/>
            <a:ext cx="1188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:author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78440" y="2944368"/>
            <a:ext cx="0" cy="512064"/>
          </a:xfrm>
          <a:prstGeom prst="bentConnector3">
            <a:avLst/>
          </a:prstGeom>
          <a:ln w="22225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84080" y="3035808"/>
            <a:ext cx="1188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:locatedIn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49640" y="3703320"/>
            <a:ext cx="1143000" cy="0"/>
          </a:xfrm>
          <a:prstGeom prst="bentConnector3">
            <a:avLst/>
          </a:prstGeom>
          <a:ln w="22225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26780" y="3538727"/>
            <a:ext cx="1188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:mentions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3776472"/>
            <a:ext cx="164592" cy="164592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3730752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URI (Resource)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776472"/>
            <a:ext cx="164592" cy="16459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730752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Literal (값)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73075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→ : Predicate (관계)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60520"/>
            <a:ext cx="5760720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③ RDF 의 3대 구성 요소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63440"/>
            <a:ext cx="1783080" cy="4114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1783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Uniform Resource Identifier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40679"/>
            <a:ext cx="1783080" cy="109727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전 세계에서 유일한 식별자.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예) &lt;http://example.org/김의중&gt;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같은 URI 면 같은 대상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4600" y="4663440"/>
            <a:ext cx="1783080" cy="41148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Literal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120640"/>
            <a:ext cx="1783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리터럴 (실제 값)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5440679"/>
            <a:ext cx="1783080" cy="1097279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문자열·숫자·날짜 등 원시 값.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예) "Seoul", 42, "2026-06-01"^^xsd:date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항상 Object 위치에만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663440"/>
            <a:ext cx="1783080" cy="41148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Blank Node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120640"/>
            <a:ext cx="1783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6E44AA"/>
                </a:solidFill>
                <a:latin typeface="맑은 고딕"/>
                <a:ea typeface="맑은 고딕"/>
                <a:cs typeface="맑은 고딕"/>
              </a:rPr>
              <a:t>익명 노드 (_:b1)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440679"/>
            <a:ext cx="1783080" cy="1097279"/>
          </a:xfrm>
          <a:prstGeom prst="rect">
            <a:avLst/>
          </a:prstGeom>
          <a:solidFill>
            <a:srgbClr val="FFFFFF"/>
          </a:solidFill>
          <a:ln w="1270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이름 없는 임시 노드.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예) 주소처럼 식별자 없이</a:t>
            </a:r>
          </a:p>
          <a:p>
            <a:pPr algn="l"/>
            <a:r>
              <a:rPr sz="9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그룹화할 때 사용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160520"/>
            <a:ext cx="5285232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233672"/>
            <a:ext cx="50109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④ Turtle 표기 — RDF 를 사람이 읽는 형식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4617720"/>
            <a:ext cx="4919472" cy="187451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@prefix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ex: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&lt;http://example.org/&gt;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@prefix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xsd: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&lt;http://www.w3.org/2001/XMLSchema#&gt;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ex:김의중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ex:worksAt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ex:AIDENTIFY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ex:author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ex:한권으로_끝내는_LLM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foaf:name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"김의중"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ex:AIDENTIFY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ex:locatedIn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"Seoul"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     ex:foundedYear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"2018"^^xsd:integer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